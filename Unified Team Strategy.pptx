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3cc246bd-0282-7c9a-44bc-158a3f1d0c62}">
          <p14:sldIdLst>
            <p14:sldId id="256"/>
            <p14:sldId id="257"/>
          </p14:sldIdLst>
        </p14:section>
        <p14:section name="How we organize" id="{6a01e301-4436-d1c2-6d4e-a286e7a6538e}">
          <p14:sldIdLst>
            <p14:sldId id="258"/>
            <p14:sldId id="259"/>
            <p14:sldId id="260"/>
          </p14:sldIdLst>
        </p14:section>
        <p14:section name="What we do and how we grow" id="{60ddff7e-aa7d-abe8-035c-a0649be7f9c3}">
          <p14:sldIdLst>
            <p14:sldId id="261"/>
            <p14:sldId id="262"/>
            <p14:sldId id="263"/>
          </p14:sldIdLst>
        </p14:section>
        <p14:section name="Asks" id="{1b62705f-84fd-c610-e7b3-63608a9b7fa5}">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With mid-level managers gone, the people stepping up, including the team lead, cover a broader scope; how we support them is still open. (2) Every lead takes on unfamiliar areas, for example Dual Risk Rating modeling and its business stakeholders. This is expected reorg pain; we lean on business analysts and former team members who know the area. (3) The new vision revisits some earlier decisions, such as tooling development and model consolidation, which can cause rework and frustration. This is a smaller concern than it looks: the vision now comes from the team’s own lead rather than from a partner team, so buy-in follows more naturally. We still share the vision openly with the whole team from day one and are clear about what each person is doing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leadership</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Mid-level managers left; leads cover more</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FDFCF9"/>
          </a:solidFill>
          <a:ln w="19050">
            <a:solidFill>
              <a:srgbClr val="1F6F7E"/>
            </a:solidFill>
            <a:prstDash val="dash"/>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[TBD: support model for stretched leads]</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New areas for leads</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e.g., DRR modeling and its business stakeholders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and prior team members</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and frustration</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Revisits past tooling and consolidation choices</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Dashed box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1]</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2026-10-23T02:25:39Z</dcterms:created>
  <dcterms:modified xsi:type="dcterms:W3CDTF">2026-10-23T02:25:39Z</dcterms:modified>
</cp:coreProperties>
</file>